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8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3206-239A-4D1C-8AF9-D31ECEE9803A}" type="datetimeFigureOut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8AC5-4F3A-49B0-A425-AAC655FA1D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9835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7667"/>
          </a:xfrm>
        </p:spPr>
        <p:txBody>
          <a:bodyPr>
            <a:normAutofit/>
          </a:bodyPr>
          <a:lstStyle>
            <a:lvl1pPr marL="457200" indent="-457200">
              <a:buFont typeface="Wingdings" panose="05000000000000000000" pitchFamily="2" charset="2"/>
              <a:buChar char="Ø"/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02179"/>
            <a:ext cx="10515600" cy="5074784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ＭＳ Ｐゴシック" panose="020B0600070205080204" pitchFamily="50" charset="-128"/>
              <a:buChar char="▼"/>
              <a:tabLst/>
              <a:defRPr sz="1600"/>
            </a:lvl1pPr>
            <a:lvl2pPr marL="452438" marR="0" indent="-276225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 sz="1400"/>
            </a:lvl2pPr>
            <a:lvl3pPr marL="582613" marR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 sz="1200"/>
            </a:lvl3pPr>
            <a:lvl4pPr marL="717550" marR="0" indent="-176213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/>
            </a:lvl4pPr>
            <a:lvl5pPr marL="895350" marR="0" indent="-1778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ＭＳ Ｐゴシック" panose="020B0600070205080204" pitchFamily="50" charset="-128"/>
              <a:buChar char="▼"/>
              <a:tabLst/>
              <a:defRPr/>
            </a:pPr>
            <a:r>
              <a:rPr kumimoji="1" lang="ja-JP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マスター テキストの書式設定</a:t>
            </a:r>
          </a:p>
          <a:p>
            <a:pPr marL="2286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ＭＳ Ｐゴシック" panose="020B0600070205080204" pitchFamily="50" charset="-128"/>
              <a:buChar char="▼"/>
              <a:tabLst/>
              <a:defRPr/>
            </a:pPr>
            <a:r>
              <a:rPr kumimoji="1" lang="ja-JP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 </a:t>
            </a:r>
            <a:r>
              <a:rPr kumimoji="1" lang="en-US" altLang="ja-JP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 </a:t>
            </a:r>
            <a:r>
              <a:rPr kumimoji="1" lang="ja-JP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レベル</a:t>
            </a:r>
          </a:p>
          <a:p>
            <a:pPr marL="2286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ＭＳ Ｐゴシック" panose="020B0600070205080204" pitchFamily="50" charset="-128"/>
              <a:buChar char="▼"/>
              <a:tabLst/>
              <a:defRPr/>
            </a:pPr>
            <a:r>
              <a:rPr kumimoji="1" lang="ja-JP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 </a:t>
            </a:r>
            <a:r>
              <a:rPr kumimoji="1" lang="en-US" altLang="ja-JP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 </a:t>
            </a:r>
            <a:r>
              <a:rPr kumimoji="1" lang="ja-JP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レベル</a:t>
            </a:r>
          </a:p>
          <a:p>
            <a:pPr marL="2286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ＭＳ Ｐゴシック" panose="020B0600070205080204" pitchFamily="50" charset="-128"/>
              <a:buChar char="▼"/>
              <a:tabLst/>
              <a:defRPr/>
            </a:pPr>
            <a:r>
              <a:rPr kumimoji="1" lang="ja-JP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 </a:t>
            </a:r>
            <a:r>
              <a:rPr kumimoji="1" lang="en-US" altLang="ja-JP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</a:t>
            </a:r>
            <a:r>
              <a:rPr kumimoji="1" lang="ja-JP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レベル</a:t>
            </a:r>
          </a:p>
          <a:p>
            <a:pPr marL="2286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ＭＳ Ｐゴシック" panose="020B0600070205080204" pitchFamily="50" charset="-128"/>
              <a:buChar char="▼"/>
              <a:tabLst/>
              <a:defRPr/>
            </a:pPr>
            <a:r>
              <a:rPr kumimoji="1" lang="ja-JP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 </a:t>
            </a:r>
            <a:r>
              <a:rPr kumimoji="1" lang="en-US" altLang="ja-JP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 </a:t>
            </a:r>
            <a:r>
              <a:rPr kumimoji="1" lang="ja-JP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レベル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3206-239A-4D1C-8AF9-D31ECEE9803A}" type="datetimeFigureOut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8AC5-4F3A-49B0-A425-AAC655FA1D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790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3206-239A-4D1C-8AF9-D31ECEE9803A}" type="datetimeFigureOut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8AC5-4F3A-49B0-A425-AAC655FA1D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563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157955"/>
            <a:ext cx="5181600" cy="501900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157955"/>
            <a:ext cx="5181600" cy="501900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3206-239A-4D1C-8AF9-D31ECEE9803A}" type="datetimeFigureOut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8AC5-4F3A-49B0-A425-AAC655FA1D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801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657430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185864"/>
            <a:ext cx="5157787" cy="485620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1834792"/>
            <a:ext cx="5157787" cy="4354871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185864"/>
            <a:ext cx="5183188" cy="485620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1834792"/>
            <a:ext cx="5183188" cy="4354871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3206-239A-4D1C-8AF9-D31ECEE9803A}" type="datetimeFigureOut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8AC5-4F3A-49B0-A425-AAC655FA1D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879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4012" cy="663677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1268361"/>
            <a:ext cx="6172200" cy="483747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3206-239A-4D1C-8AF9-D31ECEE9803A}" type="datetimeFigureOut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8AC5-4F3A-49B0-A425-AAC655FA1D2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図プレースホルダー 2"/>
          <p:cNvSpPr>
            <a:spLocks noGrp="1"/>
          </p:cNvSpPr>
          <p:nvPr>
            <p:ph type="pic" idx="13"/>
          </p:nvPr>
        </p:nvSpPr>
        <p:spPr>
          <a:xfrm>
            <a:off x="838200" y="1276503"/>
            <a:ext cx="4176252" cy="482932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 smtClean="0"/>
              <a:t>図を追加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075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 smtClean="0"/>
              <a:t>図を追加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3206-239A-4D1C-8AF9-D31ECEE9803A}" type="datetimeFigureOut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8AC5-4F3A-49B0-A425-AAC655FA1D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513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3206-239A-4D1C-8AF9-D31ECEE9803A}" type="datetimeFigureOut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8AC5-4F3A-49B0-A425-AAC655FA1D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3387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3206-239A-4D1C-8AF9-D31ECEE9803A}" type="datetimeFigureOut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8AC5-4F3A-49B0-A425-AAC655FA1D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238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3206-239A-4D1C-8AF9-D31ECEE9803A}" type="datetimeFigureOut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8AC5-4F3A-49B0-A425-AAC655FA1D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2944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3206-239A-4D1C-8AF9-D31ECEE9803A}" type="datetimeFigureOut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8AC5-4F3A-49B0-A425-AAC655FA1D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671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106905"/>
            <a:ext cx="10515600" cy="5070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33206-239A-4D1C-8AF9-D31ECEE9803A}" type="datetimeFigureOut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B8AC5-4F3A-49B0-A425-AAC655FA1D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0152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457200" indent="-457200" algn="l" defTabSz="914400" rtl="0" eaLnBrk="1" latinLnBrk="0" hangingPunct="1">
        <a:lnSpc>
          <a:spcPct val="90000"/>
        </a:lnSpc>
        <a:spcBef>
          <a:spcPct val="0"/>
        </a:spcBef>
        <a:buFont typeface="Wingdings" panose="05000000000000000000" pitchFamily="2" charset="2"/>
        <a:buChar char="Ø"/>
        <a:defRPr kumimoji="1" sz="3200" kern="1200">
          <a:solidFill>
            <a:schemeClr val="tx1"/>
          </a:solidFill>
          <a:latin typeface="Consolas" panose="020B0609020204030204" pitchFamily="49" charset="0"/>
          <a:ea typeface="ＭＳ ゴシック" panose="020B0609070205080204" pitchFamily="49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200"/>
        </a:spcBef>
        <a:buFont typeface="ＭＳ Ｐゴシック" panose="020B0600070205080204" pitchFamily="50" charset="-128"/>
        <a:buChar char="▼"/>
        <a:defRPr kumimoji="1" sz="1600" b="1" kern="1200">
          <a:solidFill>
            <a:schemeClr val="tx1"/>
          </a:solidFill>
          <a:latin typeface="Consolas" panose="020B0609020204030204" pitchFamily="49" charset="0"/>
          <a:ea typeface="ＭＳ ゴシック" panose="020B0609070205080204" pitchFamily="49" charset="-128"/>
          <a:cs typeface="+mn-cs"/>
        </a:defRPr>
      </a:lvl1pPr>
      <a:lvl2pPr marL="452438" indent="-276225" algn="l" defTabSz="914400" rtl="0" eaLnBrk="1" latinLnBrk="0" hangingPunct="1">
        <a:lnSpc>
          <a:spcPct val="100000"/>
        </a:lnSpc>
        <a:spcBef>
          <a:spcPts val="200"/>
        </a:spcBef>
        <a:buFont typeface="Wingdings" panose="05000000000000000000" pitchFamily="2" charset="2"/>
        <a:buChar char="u"/>
        <a:defRPr kumimoji="1" sz="1600" kern="1200">
          <a:solidFill>
            <a:schemeClr val="tx1"/>
          </a:solidFill>
          <a:latin typeface="Consolas" panose="020B0609020204030204" pitchFamily="49" charset="0"/>
          <a:ea typeface="ＭＳ ゴシック" panose="020B0609070205080204" pitchFamily="49" charset="-128"/>
          <a:cs typeface="+mn-cs"/>
        </a:defRPr>
      </a:lvl2pPr>
      <a:lvl3pPr marL="582613" indent="-228600" algn="l" defTabSz="914400" rtl="0" eaLnBrk="1" latinLnBrk="0" hangingPunct="1">
        <a:lnSpc>
          <a:spcPct val="100000"/>
        </a:lnSpc>
        <a:spcBef>
          <a:spcPts val="200"/>
        </a:spcBef>
        <a:buFont typeface="Wingdings" panose="05000000000000000000" pitchFamily="2" charset="2"/>
        <a:buChar char="n"/>
        <a:defRPr kumimoji="1" sz="1600" kern="1200">
          <a:solidFill>
            <a:schemeClr val="tx1"/>
          </a:solidFill>
          <a:latin typeface="Consolas" panose="020B0609020204030204" pitchFamily="49" charset="0"/>
          <a:ea typeface="ＭＳ ゴシック" panose="020B0609070205080204" pitchFamily="49" charset="-128"/>
          <a:cs typeface="+mn-cs"/>
        </a:defRPr>
      </a:lvl3pPr>
      <a:lvl4pPr marL="717550" indent="-176213" algn="l" defTabSz="914400" rtl="0" eaLnBrk="1" latinLnBrk="0" hangingPunct="1">
        <a:lnSpc>
          <a:spcPct val="100000"/>
        </a:lnSpc>
        <a:spcBef>
          <a:spcPts val="2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Consolas" panose="020B0609020204030204" pitchFamily="49" charset="0"/>
          <a:ea typeface="ＭＳ ゴシック" panose="020B0609070205080204" pitchFamily="49" charset="-128"/>
          <a:cs typeface="+mn-cs"/>
        </a:defRPr>
      </a:lvl4pPr>
      <a:lvl5pPr marL="895350" indent="-177800" algn="l" defTabSz="914400" rtl="0" eaLnBrk="1" latinLnBrk="0" hangingPunct="1">
        <a:lnSpc>
          <a:spcPct val="100000"/>
        </a:lnSpc>
        <a:spcBef>
          <a:spcPts val="2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Consolas" panose="020B0609020204030204" pitchFamily="49" charset="0"/>
          <a:ea typeface="ＭＳ ゴシック" panose="020B0609070205080204" pitchFamily="49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プロジェクト複製の</a:t>
            </a:r>
            <a:r>
              <a:rPr lang="ja-JP" altLang="en-US" dirty="0" smtClean="0"/>
              <a:t>手順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3504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プロジェクト複製の手順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Visual </a:t>
            </a:r>
            <a:r>
              <a:rPr lang="en-US" altLang="ja-JP" dirty="0" smtClean="0"/>
              <a:t>Studio</a:t>
            </a:r>
            <a:r>
              <a:rPr lang="ja-JP" altLang="en-US" dirty="0" smtClean="0"/>
              <a:t>で</a:t>
            </a:r>
            <a:r>
              <a:rPr lang="ja-JP" altLang="en-US" dirty="0"/>
              <a:t>既存プロジェクトを複製</a:t>
            </a:r>
            <a:r>
              <a:rPr lang="ja-JP" altLang="en-US" dirty="0" smtClean="0"/>
              <a:t>して、</a:t>
            </a:r>
            <a:r>
              <a:rPr lang="ja-JP" altLang="en-US" dirty="0"/>
              <a:t>既存の構成をそのまま活かして</a:t>
            </a:r>
            <a:r>
              <a:rPr lang="ja-JP" altLang="en-US" dirty="0" smtClean="0"/>
              <a:t>新しい</a:t>
            </a:r>
            <a:r>
              <a:rPr lang="ja-JP" altLang="en-US" dirty="0"/>
              <a:t>プロジェクトを作成するには</a:t>
            </a:r>
            <a:r>
              <a:rPr lang="ja-JP" altLang="en-US" dirty="0" smtClean="0"/>
              <a:t>、手動</a:t>
            </a:r>
            <a:r>
              <a:rPr lang="ja-JP" altLang="en-US" dirty="0"/>
              <a:t>でフォルダと設定をコピーする方法が一般的です。以下の手順で進めてみてください：</a:t>
            </a:r>
            <a:endParaRPr lang="en-US" altLang="ja-JP" dirty="0"/>
          </a:p>
          <a:p>
            <a:pPr marL="0" indent="0">
              <a:buNone/>
            </a:pPr>
            <a:endParaRPr lang="en-US" altLang="ja-JP" dirty="0" smtClean="0"/>
          </a:p>
          <a:p>
            <a:r>
              <a:rPr lang="ja-JP" altLang="en-US" dirty="0" smtClean="0"/>
              <a:t>プロジェクトフォルダ</a:t>
            </a:r>
            <a:r>
              <a:rPr lang="ja-JP" altLang="en-US" dirty="0"/>
              <a:t>のコピー</a:t>
            </a:r>
          </a:p>
          <a:p>
            <a:pPr lvl="1"/>
            <a:r>
              <a:rPr lang="ja-JP" altLang="en-US" dirty="0" smtClean="0"/>
              <a:t>エクスプローラーで</a:t>
            </a:r>
            <a:r>
              <a:rPr lang="ja-JP" altLang="en-US" dirty="0"/>
              <a:t>複製したいプロジェクトのフォルダをコピーし</a:t>
            </a:r>
            <a:r>
              <a:rPr lang="ja-JP" altLang="en-US" dirty="0" smtClean="0"/>
              <a:t>、フォルダ名を新しい名前にします</a:t>
            </a:r>
            <a:endParaRPr lang="en-US" altLang="ja-JP" dirty="0"/>
          </a:p>
          <a:p>
            <a:pPr lvl="1"/>
            <a:r>
              <a:rPr lang="ja-JP" altLang="en-US" dirty="0" smtClean="0"/>
              <a:t>例</a:t>
            </a:r>
            <a:r>
              <a:rPr lang="ja-JP" altLang="en-US" dirty="0"/>
              <a:t>：</a:t>
            </a:r>
            <a:r>
              <a:rPr lang="en-US" altLang="ja-JP" dirty="0" err="1"/>
              <a:t>ProjectA</a:t>
            </a:r>
            <a:r>
              <a:rPr lang="en-US" altLang="ja-JP" dirty="0"/>
              <a:t> → </a:t>
            </a:r>
            <a:r>
              <a:rPr lang="en-US" altLang="ja-JP" dirty="0" err="1" smtClean="0"/>
              <a:t>ProjectA_Copy</a:t>
            </a:r>
            <a:endParaRPr lang="en-US" altLang="ja-JP" dirty="0" smtClean="0"/>
          </a:p>
          <a:p>
            <a:pPr lvl="1"/>
            <a:endParaRPr lang="ja-JP" altLang="en-US" dirty="0"/>
          </a:p>
          <a:p>
            <a:r>
              <a:rPr lang="ja-JP" altLang="en-US" dirty="0" smtClean="0"/>
              <a:t>ファイル名</a:t>
            </a:r>
            <a:r>
              <a:rPr lang="ja-JP" altLang="en-US" dirty="0"/>
              <a:t>の変更</a:t>
            </a:r>
          </a:p>
          <a:p>
            <a:pPr lvl="1"/>
            <a:r>
              <a:rPr lang="ja-JP" altLang="en-US" dirty="0" smtClean="0"/>
              <a:t>コピー</a:t>
            </a:r>
            <a:r>
              <a:rPr lang="ja-JP" altLang="en-US" dirty="0"/>
              <a:t>したフォルダ内</a:t>
            </a:r>
            <a:r>
              <a:rPr lang="ja-JP" altLang="en-US" dirty="0" smtClean="0"/>
              <a:t>の</a:t>
            </a:r>
            <a:r>
              <a:rPr lang="ja-JP" altLang="en-US" dirty="0"/>
              <a:t>以下</a:t>
            </a:r>
            <a:r>
              <a:rPr lang="en-US" altLang="ja-JP" dirty="0" smtClean="0"/>
              <a:t>4</a:t>
            </a:r>
            <a:r>
              <a:rPr lang="ja-JP" altLang="en-US" dirty="0" err="1" smtClean="0"/>
              <a:t>つの</a:t>
            </a:r>
            <a:r>
              <a:rPr lang="ja-JP" altLang="en-US" dirty="0" smtClean="0"/>
              <a:t>ファイル</a:t>
            </a:r>
            <a:r>
              <a:rPr lang="ja-JP" altLang="en-US" dirty="0"/>
              <a:t>の</a:t>
            </a:r>
            <a:r>
              <a:rPr lang="ja-JP" altLang="en-US" dirty="0" smtClean="0"/>
              <a:t>名前（</a:t>
            </a:r>
            <a:r>
              <a:rPr lang="en-US" altLang="ja-JP" dirty="0" smtClean="0"/>
              <a:t>*</a:t>
            </a:r>
            <a:r>
              <a:rPr lang="ja-JP" altLang="en-US" dirty="0" smtClean="0"/>
              <a:t>の部分）を</a:t>
            </a:r>
            <a:r>
              <a:rPr lang="ja-JP" altLang="en-US" dirty="0"/>
              <a:t>新しいプロジェクト名に変更します</a:t>
            </a:r>
            <a:r>
              <a:rPr lang="ja-JP" altLang="en-US" dirty="0" smtClean="0"/>
              <a:t>。</a:t>
            </a:r>
            <a:endParaRPr lang="en-US" altLang="ja-JP" dirty="0" smtClean="0"/>
          </a:p>
          <a:p>
            <a:pPr lvl="1"/>
            <a:endParaRPr lang="en-US" altLang="ja-JP" dirty="0" smtClean="0"/>
          </a:p>
          <a:p>
            <a:pPr lvl="1"/>
            <a:r>
              <a:rPr lang="en-US" altLang="ja-JP" b="1" dirty="0" smtClean="0">
                <a:solidFill>
                  <a:srgbClr val="FF0000"/>
                </a:solidFill>
              </a:rPr>
              <a:t>*.filters</a:t>
            </a:r>
            <a:r>
              <a:rPr lang="ja-JP" altLang="en-US" b="1" dirty="0" smtClean="0">
                <a:solidFill>
                  <a:srgbClr val="FF0000"/>
                </a:solidFill>
              </a:rPr>
              <a:t>　</a:t>
            </a:r>
            <a:r>
              <a:rPr lang="en-US" altLang="ja-JP" b="1" dirty="0" smtClean="0">
                <a:solidFill>
                  <a:srgbClr val="FF0000"/>
                </a:solidFill>
              </a:rPr>
              <a:t>※1: </a:t>
            </a:r>
            <a:r>
              <a:rPr lang="ja-JP" altLang="en-US" b="1" dirty="0" smtClean="0">
                <a:solidFill>
                  <a:srgbClr val="FF0000"/>
                </a:solidFill>
              </a:rPr>
              <a:t>ファイル内にメインプログラムのソースファイルが指定されているので注意し、適切に変更する</a:t>
            </a:r>
            <a:endParaRPr lang="en-US" altLang="ja-JP" b="1" dirty="0" smtClean="0">
              <a:solidFill>
                <a:srgbClr val="FF0000"/>
              </a:solidFill>
            </a:endParaRPr>
          </a:p>
          <a:p>
            <a:pPr lvl="1"/>
            <a:r>
              <a:rPr lang="en-US" altLang="ja-JP" b="1" dirty="0" smtClean="0">
                <a:solidFill>
                  <a:srgbClr val="FF0000"/>
                </a:solidFill>
              </a:rPr>
              <a:t>*.user</a:t>
            </a:r>
          </a:p>
          <a:p>
            <a:pPr lvl="1"/>
            <a:r>
              <a:rPr lang="en-US" altLang="ja-JP" b="1" dirty="0" smtClean="0">
                <a:solidFill>
                  <a:srgbClr val="FF0000"/>
                </a:solidFill>
              </a:rPr>
              <a:t>*.</a:t>
            </a:r>
            <a:r>
              <a:rPr lang="en-US" altLang="ja-JP" b="1" dirty="0" err="1" smtClean="0">
                <a:solidFill>
                  <a:srgbClr val="FF0000"/>
                </a:solidFill>
              </a:rPr>
              <a:t>vcxproj</a:t>
            </a:r>
            <a:r>
              <a:rPr lang="ja-JP" altLang="en-US" b="1" dirty="0" smtClean="0">
                <a:solidFill>
                  <a:srgbClr val="FF0000"/>
                </a:solidFill>
              </a:rPr>
              <a:t>　</a:t>
            </a:r>
            <a:r>
              <a:rPr lang="en-US" altLang="ja-JP" b="1" dirty="0" smtClean="0">
                <a:solidFill>
                  <a:srgbClr val="FF0000"/>
                </a:solidFill>
              </a:rPr>
              <a:t>※2: </a:t>
            </a:r>
            <a:r>
              <a:rPr lang="ja-JP" altLang="en-US" b="1" dirty="0" smtClean="0">
                <a:solidFill>
                  <a:srgbClr val="FF0000"/>
                </a:solidFill>
              </a:rPr>
              <a:t>ファイル内にソースファイルとヘッダファイルが指定されているので注意し、適切に変更する</a:t>
            </a:r>
            <a:endParaRPr lang="en-US" altLang="ja-JP" b="1" dirty="0" smtClean="0">
              <a:solidFill>
                <a:srgbClr val="FF0000"/>
              </a:solidFill>
            </a:endParaRPr>
          </a:p>
          <a:p>
            <a:pPr lvl="1"/>
            <a:r>
              <a:rPr lang="en-US" altLang="ja-JP" b="1" dirty="0" smtClean="0">
                <a:solidFill>
                  <a:srgbClr val="FF0000"/>
                </a:solidFill>
              </a:rPr>
              <a:t>*.</a:t>
            </a:r>
            <a:r>
              <a:rPr lang="en-US" altLang="ja-JP" b="1" dirty="0" err="1" smtClean="0">
                <a:solidFill>
                  <a:srgbClr val="FF0000"/>
                </a:solidFill>
              </a:rPr>
              <a:t>vcxproj.user</a:t>
            </a:r>
            <a:endParaRPr lang="en-US" altLang="ja-JP" b="1" dirty="0" smtClean="0">
              <a:solidFill>
                <a:srgbClr val="FF0000"/>
              </a:solidFill>
            </a:endParaRPr>
          </a:p>
          <a:p>
            <a:pPr lvl="1"/>
            <a:endParaRPr lang="en-US" altLang="ja-JP" b="1" dirty="0">
              <a:solidFill>
                <a:srgbClr val="FF0000"/>
              </a:solidFill>
            </a:endParaRPr>
          </a:p>
          <a:p>
            <a:pPr lvl="1"/>
            <a:r>
              <a:rPr lang="ja-JP" altLang="en-US" b="1" dirty="0" smtClean="0">
                <a:solidFill>
                  <a:srgbClr val="FF0000"/>
                </a:solidFill>
              </a:rPr>
              <a:t>上記、</a:t>
            </a:r>
            <a:r>
              <a:rPr lang="en-US" altLang="ja-JP" b="1" dirty="0" smtClean="0">
                <a:solidFill>
                  <a:srgbClr val="FF0000"/>
                </a:solidFill>
              </a:rPr>
              <a:t>※1</a:t>
            </a:r>
            <a:r>
              <a:rPr lang="ja-JP" altLang="en-US" b="1" dirty="0" smtClean="0">
                <a:solidFill>
                  <a:srgbClr val="FF0000"/>
                </a:solidFill>
              </a:rPr>
              <a:t>・</a:t>
            </a:r>
            <a:r>
              <a:rPr lang="en-US" altLang="ja-JP" b="1" dirty="0" smtClean="0">
                <a:solidFill>
                  <a:srgbClr val="FF0000"/>
                </a:solidFill>
              </a:rPr>
              <a:t>※2</a:t>
            </a:r>
            <a:r>
              <a:rPr lang="ja-JP" altLang="en-US" b="1" dirty="0" smtClean="0">
                <a:solidFill>
                  <a:srgbClr val="FF0000"/>
                </a:solidFill>
              </a:rPr>
              <a:t>に注意しないと、複製もとで使われているソースファイルやヘッダファイルを意図せず</a:t>
            </a:r>
            <a:r>
              <a:rPr lang="en-US" altLang="ja-JP" b="1" dirty="0" smtClean="0">
                <a:solidFill>
                  <a:srgbClr val="FF0000"/>
                </a:solidFill>
              </a:rPr>
              <a:t/>
            </a:r>
            <a:br>
              <a:rPr lang="en-US" altLang="ja-JP" b="1" dirty="0" smtClean="0">
                <a:solidFill>
                  <a:srgbClr val="FF0000"/>
                </a:solidFill>
              </a:rPr>
            </a:br>
            <a:r>
              <a:rPr lang="ja-JP" altLang="en-US" b="1" dirty="0" smtClean="0">
                <a:solidFill>
                  <a:srgbClr val="FF0000"/>
                </a:solidFill>
              </a:rPr>
              <a:t>編集してしまうことになります</a:t>
            </a:r>
            <a:endParaRPr lang="en-US" altLang="ja-JP" b="1" dirty="0" smtClean="0">
              <a:solidFill>
                <a:srgbClr val="FF0000"/>
              </a:solidFill>
            </a:endParaRPr>
          </a:p>
          <a:p>
            <a:pPr lvl="1"/>
            <a:endParaRPr lang="ja-JP" altLang="en-US" dirty="0"/>
          </a:p>
          <a:p>
            <a:r>
              <a:rPr lang="en-US" altLang="ja-JP" dirty="0" smtClean="0"/>
              <a:t>Visual </a:t>
            </a:r>
            <a:r>
              <a:rPr lang="en-US" altLang="ja-JP" dirty="0"/>
              <a:t>Studio </a:t>
            </a:r>
            <a:r>
              <a:rPr lang="ja-JP" altLang="en-US" dirty="0"/>
              <a:t>でプロジェクトを追加</a:t>
            </a:r>
          </a:p>
          <a:p>
            <a:pPr lvl="1"/>
            <a:r>
              <a:rPr lang="ja-JP" altLang="en-US" dirty="0" smtClean="0"/>
              <a:t>ソリューション</a:t>
            </a:r>
            <a:r>
              <a:rPr lang="ja-JP" altLang="en-US" dirty="0"/>
              <a:t>を開き、右クリック → 「既存のプロジェクトの追加」から新しい </a:t>
            </a:r>
            <a:r>
              <a:rPr lang="en-US" altLang="ja-JP" dirty="0"/>
              <a:t>.</a:t>
            </a:r>
            <a:r>
              <a:rPr lang="en-US" altLang="ja-JP" dirty="0" err="1"/>
              <a:t>csproj</a:t>
            </a:r>
            <a:r>
              <a:rPr lang="en-US" altLang="ja-JP" dirty="0"/>
              <a:t> </a:t>
            </a:r>
            <a:r>
              <a:rPr lang="ja-JP" altLang="en-US" dirty="0"/>
              <a:t>を選択して追加します</a:t>
            </a:r>
            <a:r>
              <a:rPr lang="ja-JP" altLang="en-US" dirty="0" smtClean="0"/>
              <a:t>。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2251935468"/>
      </p:ext>
    </p:extLst>
  </p:cSld>
  <p:clrMapOvr>
    <a:masterClrMapping/>
  </p:clrMapOvr>
</p:sld>
</file>

<file path=ppt/theme/theme1.xml><?xml version="1.0" encoding="utf-8"?>
<a:theme xmlns:a="http://schemas.openxmlformats.org/drawingml/2006/main" name="iCGワークシート（マスタ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UnityARwithVuforia</Template>
  <TotalTime>378</TotalTime>
  <Words>105</Words>
  <Application>Microsoft Office PowerPoint</Application>
  <PresentationFormat>ワイド画面</PresentationFormat>
  <Paragraphs>20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ＭＳ Ｐゴシック</vt:lpstr>
      <vt:lpstr>ＭＳ ゴシック</vt:lpstr>
      <vt:lpstr>Arial</vt:lpstr>
      <vt:lpstr>Calibri</vt:lpstr>
      <vt:lpstr>Consolas</vt:lpstr>
      <vt:lpstr>Wingdings</vt:lpstr>
      <vt:lpstr>iCGワークシート（マスタ）</vt:lpstr>
      <vt:lpstr>プロジェクト複製の手順</vt:lpstr>
      <vt:lpstr>プロジェクト複製の手順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vruser</dc:creator>
  <cp:lastModifiedBy>vruser</cp:lastModifiedBy>
  <cp:revision>5</cp:revision>
  <dcterms:created xsi:type="dcterms:W3CDTF">2025-07-21T02:48:00Z</dcterms:created>
  <dcterms:modified xsi:type="dcterms:W3CDTF">2025-07-21T09:06:11Z</dcterms:modified>
</cp:coreProperties>
</file>